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06/03/2025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GPP Exam: Zombie AI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pic>
        <p:nvPicPr>
          <p:cNvPr id="11" name="Content Placeholder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D8BA55E6-DA12-A495-2259-E5B2B0207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4" y="3555187"/>
            <a:ext cx="11477249" cy="2776753"/>
          </a:xfr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A6C662D-B7BF-4042-62B0-EC233A0C21E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 this </a:t>
            </a:r>
            <a:r>
              <a:rPr lang="en-US" dirty="0">
                <a:hlinkClick r:id="" action="ppaction://noaction"/>
              </a:rPr>
              <a:t>link</a:t>
            </a:r>
            <a:endParaRPr lang="en-US" dirty="0"/>
          </a:p>
          <a:p>
            <a:r>
              <a:rPr lang="en-US" dirty="0"/>
              <a:t>There are also 3 versions of the diagram in the main folder called </a:t>
            </a:r>
            <a:r>
              <a:rPr lang="en-US" dirty="0" err="1"/>
              <a:t>BT.drawio</a:t>
            </a:r>
            <a:r>
              <a:rPr lang="en-US" dirty="0"/>
              <a:t>: a .</a:t>
            </a:r>
            <a:r>
              <a:rPr lang="en-US" dirty="0" err="1"/>
              <a:t>drawio</a:t>
            </a:r>
            <a:r>
              <a:rPr lang="en-US" dirty="0"/>
              <a:t>, .</a:t>
            </a:r>
            <a:r>
              <a:rPr lang="en-US" dirty="0" err="1"/>
              <a:t>png</a:t>
            </a:r>
            <a:r>
              <a:rPr lang="en-US" dirty="0"/>
              <a:t> and .</a:t>
            </a:r>
            <a:r>
              <a:rPr lang="en-US" dirty="0" err="1"/>
              <a:t>svg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76" y="1690687"/>
            <a:ext cx="6955726" cy="4802187"/>
          </a:xfrm>
        </p:spPr>
        <p:txBody>
          <a:bodyPr>
            <a:normAutofit fontScale="92500" lnSpcReduction="10000"/>
          </a:bodyPr>
          <a:lstStyle/>
          <a:p>
            <a:r>
              <a:rPr lang="en-US" sz="2400" i="1" dirty="0"/>
              <a:t>If the agent gets bitten, I will start a “chase mode”, set the last seen enemy pos as directly behind the agent and sprint till I’m out of stamina.</a:t>
            </a:r>
          </a:p>
          <a:p>
            <a:r>
              <a:rPr lang="en-US" sz="2400" i="1" dirty="0"/>
              <a:t>The chase mode gets triggered when I see an enemy as well and will reset after 5 seconds of not seeing any enemy.</a:t>
            </a:r>
          </a:p>
          <a:p>
            <a:r>
              <a:rPr lang="en-US" sz="2400" i="1" dirty="0"/>
              <a:t>While in a chase, if I have a weapon, I will face the enemy while moving away and shoot if I’m facing him. A rifle is preferred when there are multiple enemies. Once I shoot, I check if I still have ammo, and if I don’t, the weapon is discarded.</a:t>
            </a:r>
          </a:p>
          <a:p>
            <a:r>
              <a:rPr lang="en-US" sz="2400" i="1" dirty="0"/>
              <a:t>If I don’t have a weapon, I go into radar mode (rotate around) while trying to evade as such: if the enemy is not inside a house, I will try to flee to one corner of the closest house I see/know. Otherwise, I just flee.</a:t>
            </a:r>
          </a:p>
          <a:p>
            <a:endParaRPr lang="en-BE" sz="2400" dirty="0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98122F1-B7DC-8936-CD97-BA379520B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090" y="3606206"/>
            <a:ext cx="3970380" cy="3196930"/>
          </a:xfrm>
          <a:prstGeom prst="rect">
            <a:avLst/>
          </a:prstGeom>
        </p:spPr>
      </p:pic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2B0178A-03EF-CFD7-2A65-A01B4524A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088" y="207759"/>
            <a:ext cx="3348228" cy="334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331" y="1690688"/>
            <a:ext cx="783762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/>
              <a:t>If I have items in FOV, I first check if there is any garbage that can be discarded (so, if there is garbage in sight and I have an inventory slot empty). </a:t>
            </a:r>
          </a:p>
          <a:p>
            <a:r>
              <a:rPr lang="en-US" sz="2400"/>
              <a:t>Then, I go through all the items in my FOV and I decide whether I have an open slot for the item and I should pick it up, or If I should remember its location. </a:t>
            </a:r>
          </a:p>
          <a:p>
            <a:r>
              <a:rPr lang="en-US" sz="2400"/>
              <a:t>I have a const map&lt;eItemType, int&gt; with my used inventory layout. </a:t>
            </a:r>
          </a:p>
          <a:p>
            <a:r>
              <a:rPr lang="en-US" sz="2400"/>
              <a:t>I have a const vector for a priority item list. It’s used to decide which item is more important. I constantly keep track of which items I don’t have (thus, need). If there is an item that I need and know the location of, I’ll go fetch it.</a:t>
            </a:r>
          </a:p>
          <a:p>
            <a:r>
              <a:rPr lang="en-US" sz="2400"/>
              <a:t>At the start of each frame I check if I should use any of the items I have (e.g. if I have food(4) and my energy is &lt;6, I will use the item). After being used it’s discarded.</a:t>
            </a:r>
            <a:endParaRPr lang="en-BE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FF141B-DD31-0A95-1613-4BB5DD2A2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228" y="3597170"/>
            <a:ext cx="1954413" cy="3107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8D9241-8E51-B290-C6F8-CB35F2EF2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85" y="225310"/>
            <a:ext cx="3144616" cy="315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26" y="1690688"/>
            <a:ext cx="657325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 use a base priority steering movement composed of the steering behaviors on the right. I keep track of each behavior’s index using the const map shown on the right.</a:t>
            </a:r>
          </a:p>
          <a:p>
            <a:r>
              <a:rPr lang="en-US" sz="2400" dirty="0"/>
              <a:t>Some of them are simple behaviors, others are blended (e.g. </a:t>
            </a:r>
            <a:r>
              <a:rPr lang="en-US" sz="2400" dirty="0" err="1"/>
              <a:t>SeekAndWander</a:t>
            </a:r>
            <a:r>
              <a:rPr lang="en-US" sz="2400" dirty="0"/>
              <a:t>)</a:t>
            </a:r>
          </a:p>
          <a:p>
            <a:r>
              <a:rPr lang="en-US" sz="2400" dirty="0"/>
              <a:t>I manage every behavior through the main priority behavior using methods like </a:t>
            </a:r>
            <a:r>
              <a:rPr lang="en-US" sz="2400" dirty="0" err="1"/>
              <a:t>SetTargetForIndex</a:t>
            </a:r>
            <a:r>
              <a:rPr lang="en-US" sz="2400" dirty="0"/>
              <a:t>() and </a:t>
            </a:r>
            <a:r>
              <a:rPr lang="en-US" sz="2400" dirty="0" err="1"/>
              <a:t>SetValidSteeringIdx</a:t>
            </a:r>
            <a:r>
              <a:rPr lang="en-US" sz="2400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0DC60-46CC-D24D-EC13-DBD8F0290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628" y="189857"/>
            <a:ext cx="3720146" cy="3050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3DE1AF-3449-154A-5393-D711F3F9C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482" y="3503641"/>
            <a:ext cx="4884073" cy="279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312" y="1490578"/>
            <a:ext cx="557723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/>
              <a:t>I use a separate class for managing exploration. It consists of multiple layers: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House targets: these are the targets that are added inside a house when I find one. They are by default in the 4 corners of the house, but for narrower houses I only do one/two targets. They are the first ones my agent will check. They can be seen on the right as the yellow circles.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Village targets: they are added right outside the corners of the houses I find, and are used for discovering neighboring houses. They are the second ones my agent will check, and are drawn in blue.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Inner radius targets: targets in a cross shape in a smaller radius around the center. Used for finding the center village. They are the third ones checked, drawn in red.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Outer radius targets: targets along a circle set at different angle steps. They are used to find the outer villages. They are the last ones checked, drawn in green.</a:t>
            </a:r>
          </a:p>
          <a:p>
            <a:pPr marL="457200" indent="-457200">
              <a:buFont typeface="+mj-lt"/>
              <a:buAutoNum type="arabicPeriod"/>
            </a:pPr>
            <a:endParaRPr lang="en-BE" sz="2000" dirty="0"/>
          </a:p>
        </p:txBody>
      </p:sp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2D8D88C-B066-6F36-C3CD-7DB336CF5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928" y="365125"/>
            <a:ext cx="5134231" cy="4020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9CB3BF-F954-4435-269E-317E6827D4A6}"/>
              </a:ext>
            </a:extLst>
          </p:cNvPr>
          <p:cNvSpPr txBox="1"/>
          <p:nvPr/>
        </p:nvSpPr>
        <p:spPr>
          <a:xfrm>
            <a:off x="6728928" y="4990809"/>
            <a:ext cx="4900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target points get filtered out if they are inside a house that has already been found.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Village and house numbers are remembered to check if they reached the max value.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Score</a:t>
            </a:r>
            <a:endParaRPr lang="en-B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C8040A-13E8-0E54-3A1D-2BD80B6D3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89085"/>
            <a:ext cx="5742864" cy="339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97C953D-B8FD-7C58-8E30-F96134172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71" y="1690688"/>
            <a:ext cx="536257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698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Ioana Raileanu</cp:lastModifiedBy>
  <cp:revision>4</cp:revision>
  <dcterms:created xsi:type="dcterms:W3CDTF">2021-12-17T12:45:32Z</dcterms:created>
  <dcterms:modified xsi:type="dcterms:W3CDTF">2025-06-02T22:19:48Z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